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Security Architecture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Model Context Protocol with Local Execution &amp; Read-Only Access Controls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 Management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MCP?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 is an open standard that connects AI assistants to external data sources and tools through a unified, secure interface.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743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337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ChatGPT,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 assistant that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MCP protocol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0175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3383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566160" y="21031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66160" y="2103120"/>
            <a:ext cx="23774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0"/>
          <p:cNvSpPr/>
          <p:nvPr/>
        </p:nvSpPr>
        <p:spPr>
          <a:xfrm>
            <a:off x="35661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43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337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infrastructure. Exposes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tools only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0175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0" y="3383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492240" y="2103120"/>
            <a:ext cx="23774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5"/>
          <p:cNvSpPr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74320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675120" y="3337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GitHub,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systems, APIs,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other services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Pillar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Runs Locally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Exposure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709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server runs entirely within your local network or machine — data never leaves your infrastructure.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51560" y="2578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IT team manages server configuration, access policies, and network rules.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051560" y="34472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SaaS required. Operate fully air-gapped if needed.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Everything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051560" y="43159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 and responses are logged locally for compliance and forensics.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394960" y="1280160"/>
            <a:ext cx="32918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539496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760720" y="1920240"/>
            <a:ext cx="2560320" cy="1005840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0116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508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35508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760720" y="3154680"/>
            <a:ext cx="2560320" cy="1005840"/>
          </a:xfrm>
          <a:prstGeom prst="rect">
            <a:avLst/>
          </a:prstGeom>
          <a:solidFill>
            <a:srgbClr val="0F3325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24612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0936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309360" y="3547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GitHub + Files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5029200" y="1280160"/>
            <a:ext cx="365760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0"/>
          <p:cNvSpPr/>
          <p:nvPr/>
        </p:nvSpPr>
        <p:spPr>
          <a:xfrm>
            <a:off x="5029200" y="1371600"/>
            <a:ext cx="365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Pillar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Tools Only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expose only read-only tools — the AI can query and retrieve data but can never modify, delete, or write to any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749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(Read-Only)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 on database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718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repository metadata from GitHub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contents &amp; directory listings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commit history &amp; pull requests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0624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schema information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754880" y="1965960"/>
            <a:ext cx="3749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754880" y="196596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05740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949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(Write/Modify)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48920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5257800" y="2514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 queries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489204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525780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commits or merge PRs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48920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525780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modify, or delete files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8920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52578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repository settings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8920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525780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database schema or users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MCP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 Access to Production Databases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4846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3911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User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a dedicated DB user with SELECT-only grants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791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Validation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8872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are parsed and rejected if they contain write operations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192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291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Exposure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88720" y="3538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table schemas so AI can formulate correct queries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9352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Limits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88720" y="4178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capped to prevent excessive data retrieval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760720" y="1463040"/>
            <a:ext cx="3017520" cy="3200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4"/>
          <p:cNvSpPr/>
          <p:nvPr/>
        </p:nvSpPr>
        <p:spPr>
          <a:xfrm>
            <a:off x="59436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Example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897880" y="196596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"database":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"host": "localhost",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"port": 5432,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"user": "mcp_readonly",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"password": "****",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"database": "production"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"allowedOps": ["SELECT"],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"maxRows": 1000,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"timeout": 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Sync MCP Server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to Repositories, Issues, and Code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463040"/>
            <a:ext cx="73152" cy="1463040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Browser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repos, view file trees, read code, and explore branches — without clone or write access.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09160" y="146304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09160" y="146304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459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PR Viewer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83480" y="20574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open/closed issues and pull requests. View comments, labels, and status — no ability to create or modify.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15468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154680"/>
            <a:ext cx="73152" cy="146304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3756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Scoping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914400" y="3749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fine-grained GitHub PAT with only 'read' scopes. No write, admin, or delete permissions granted.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709160" y="3154680"/>
            <a:ext cx="3794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09160" y="3154680"/>
            <a:ext cx="73152" cy="14630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33756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4068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83480" y="3749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is logged with timestamp, repository, and endpoint. Full traceability for compliance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Defense-in-Depth: Security Controls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070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44752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41732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417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runs on localhost only, no external ports exposed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847088"/>
            <a:ext cx="7863840" cy="640080"/>
          </a:xfrm>
          <a:prstGeom prst="rect">
            <a:avLst/>
          </a:prstGeom>
          <a:solidFill>
            <a:srgbClr val="1A3C54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1847088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5681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41732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17320" y="21671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between AI client and MCP server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596896"/>
            <a:ext cx="7863840" cy="640080"/>
          </a:xfrm>
          <a:prstGeom prst="rect">
            <a:avLst/>
          </a:prstGeom>
          <a:solidFill>
            <a:srgbClr val="16344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2596896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0662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944368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417320" y="2642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Enforcement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17320" y="29169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strictly read-only; write operations are architecturally blocked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346704"/>
            <a:ext cx="7863840" cy="640080"/>
          </a:xfrm>
          <a:prstGeom prst="rect">
            <a:avLst/>
          </a:prstGeom>
          <a:solidFill>
            <a:srgbClr val="122C3D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" y="3346704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6432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36941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417320" y="3392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417320" y="36667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&amp; parameters are sanitized to prevent injection attacks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096512"/>
            <a:ext cx="7863840" cy="640080"/>
          </a:xfrm>
          <a:prstGeom prst="rect">
            <a:avLst/>
          </a:prstGeom>
          <a:solidFill>
            <a:srgbClr val="0E2433"/>
          </a:solidFill>
          <a:ln/>
        </p:spPr>
      </p:sp>
      <p:sp>
        <p:nvSpPr>
          <p:cNvPr id="29" name="Shape 23"/>
          <p:cNvSpPr/>
          <p:nvPr/>
        </p:nvSpPr>
        <p:spPr>
          <a:xfrm>
            <a:off x="640080" y="4096512"/>
            <a:ext cx="54864" cy="640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14400" y="4443984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417320" y="4142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417320" y="44165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 of every request with alerting on anomalies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Mitigation Matrix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MCP (Our Setup)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Exfiltration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sends data to external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stays local, never leaves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Writes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could modify or delete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operations blocked at tool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DB access, high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validation &amp; parameterization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passed to cloud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stored locally, never transmitted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Violation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trail, hard to prove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logging, local data sovereignty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VDI + Podman + VS Code + Company Registry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828800" cy="1417320"/>
          </a:xfrm>
          <a:prstGeom prst="rect">
            <a:avLst/>
          </a:prstGeom>
          <a:solidFill>
            <a:srgbClr val="1A3C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VDI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Desktop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087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0" y="1051560"/>
            <a:ext cx="1828800" cy="1417320"/>
          </a:xfrm>
          <a:prstGeom prst="rect">
            <a:avLst/>
          </a:prstGeom>
          <a:solidFill>
            <a:srgbClr val="16344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12344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4320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7432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0876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83480" y="1051560"/>
            <a:ext cx="1828800" cy="141732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123444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8348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983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Extension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508760"/>
            <a:ext cx="27432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223760" y="1051560"/>
            <a:ext cx="1828800" cy="1417320"/>
          </a:xfrm>
          <a:prstGeom prst="rect">
            <a:avLst/>
          </a:prstGeom>
          <a:solidFill>
            <a:srgbClr val="0F332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2420" y="1234440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2376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Registry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72237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Servers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502920" y="3063240"/>
            <a:ext cx="4023360" cy="8046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200400"/>
            <a:ext cx="320040" cy="32004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14300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on User VDI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1143000" y="3410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server runs as a rootless Podman container on the user's VDI machine — fully isolated and sandboxed.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617720" y="3063240"/>
            <a:ext cx="4023360" cy="8046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200400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5780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MCP Extension</a:t>
            </a:r>
            <a:endParaRPr lang="en-US" sz="1250" dirty="0"/>
          </a:p>
        </p:txBody>
      </p:sp>
      <p:sp>
        <p:nvSpPr>
          <p:cNvPr id="31" name="Text 20"/>
          <p:cNvSpPr/>
          <p:nvPr/>
        </p:nvSpPr>
        <p:spPr>
          <a:xfrm>
            <a:off x="5257800" y="34107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VS Code extension connects to MCP servers locally. Developers interact with data tools directly in their IDE.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502920" y="4023360"/>
            <a:ext cx="4023360" cy="8046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160520"/>
            <a:ext cx="320040" cy="32004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14300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MCP Registry</a:t>
            </a:r>
            <a:endParaRPr lang="en-US" sz="1250" dirty="0"/>
          </a:p>
        </p:txBody>
      </p:sp>
      <p:sp>
        <p:nvSpPr>
          <p:cNvPr id="35" name="Text 23"/>
          <p:cNvSpPr/>
          <p:nvPr/>
        </p:nvSpPr>
        <p:spPr>
          <a:xfrm>
            <a:off x="1143000" y="4370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MCP servers listed in the company's approved registry can be installed. No unapproved or third-party servers allowed.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4617720" y="4023360"/>
            <a:ext cx="4023360" cy="804672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0600" y="4160520"/>
            <a:ext cx="320040" cy="3200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25780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Unauthorized Servers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5257800" y="43708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validates every server against the registry before starting. Unregistered servers are blocked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MCP servers locally with read-only access to unlock AI-powered insights across our data without compromising security or compliance.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Database MCP 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read-only PostgreSQL MCP server on internal infrastructure with SELECT-only user.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78638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GitHub MCP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8163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fine-grained PAT with read scopes for repository, issues, and code access.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78638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3192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&amp; Pen Test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59359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security review of MCP configuration, token scoping, and network isolation.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786384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096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Engineering Team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370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engineering for 30-day pilot. Gather feedback and measure productivity gains.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Security Architecture</dc:title>
  <dc:subject>PptxGenJS Presentation</dc:subject>
  <dc:creator>Security Team</dc:creator>
  <cp:lastModifiedBy>Security Team</cp:lastModifiedBy>
  <cp:revision>1</cp:revision>
  <dcterms:created xsi:type="dcterms:W3CDTF">2026-02-12T04:42:41Z</dcterms:created>
  <dcterms:modified xsi:type="dcterms:W3CDTF">2026-02-12T04:42:41Z</dcterms:modified>
</cp:coreProperties>
</file>